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6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旅客通關制度之探討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dirty="0"/>
              <a:t>115年度「特考關務班第1</a:t>
            </a:r>
            <a:r>
              <a:rPr dirty="0" smtClean="0"/>
              <a:t>期</a:t>
            </a:r>
            <a:r>
              <a:rPr lang="en-US" altLang="zh-TW" dirty="0" smtClean="0"/>
              <a:t>(</a:t>
            </a:r>
            <a:r>
              <a:rPr lang="zh-TW" altLang="en-US" dirty="0" smtClean="0"/>
              <a:t>乙班</a:t>
            </a:r>
            <a:r>
              <a:rPr lang="en-US" altLang="zh-TW" dirty="0" smtClean="0"/>
              <a:t>)</a:t>
            </a:r>
            <a:r>
              <a:rPr dirty="0" smtClean="0"/>
              <a:t>」</a:t>
            </a:r>
            <a:r>
              <a:rPr dirty="0"/>
              <a:t>專題研討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lang="zh-TW" altLang="en-US" dirty="0" smtClean="0"/>
              <a:t>報告人</a:t>
            </a:r>
            <a:r>
              <a:rPr lang="en-US" altLang="zh-TW" dirty="0" smtClean="0"/>
              <a:t>: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altLang="zh-TW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lang="zh-TW" altLang="en-US" dirty="0" smtClean="0"/>
              <a:t>小組成員</a:t>
            </a:r>
            <a:r>
              <a:rPr lang="en-US" altLang="zh-TW" dirty="0" smtClean="0"/>
              <a:t>: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lang="zh-TW" altLang="en-US" dirty="0" smtClean="0"/>
              <a:t> 報告日期</a:t>
            </a:r>
            <a:r>
              <a:rPr lang="en-US" altLang="zh-TW" dirty="0" smtClean="0"/>
              <a:t>:</a:t>
            </a:r>
            <a:r>
              <a:rPr lang="zh-TW" altLang="en-US" dirty="0" smtClean="0"/>
              <a:t>   </a:t>
            </a:r>
            <a:r>
              <a:rPr lang="en-US" altLang="zh-TW" dirty="0" smtClean="0"/>
              <a:t>115</a:t>
            </a:r>
            <a:r>
              <a:rPr lang="zh-TW" altLang="en-US" dirty="0" smtClean="0"/>
              <a:t>年     月     日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一、研究動機與目的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2</a:t>
            </a:r>
          </a:p>
        </p:txBody>
      </p:sp>
      <p:pic>
        <p:nvPicPr>
          <p:cNvPr id="1026" name="Picture 2" descr="C:\Users\User\Desktop\ppt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8361" y="1051560"/>
            <a:ext cx="10146323" cy="5413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二、什麼是旅客通關制度？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3</a:t>
            </a:r>
          </a:p>
        </p:txBody>
      </p:sp>
      <p:pic>
        <p:nvPicPr>
          <p:cNvPr id="2050" name="Picture 2" descr="C:\Users\User\Desktop\ppt-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524" y="869400"/>
            <a:ext cx="8640000" cy="57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三、旅客入境通關流程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4</a:t>
            </a:r>
          </a:p>
        </p:txBody>
      </p:sp>
      <p:pic>
        <p:nvPicPr>
          <p:cNvPr id="4098" name="Picture 2" descr="C:\Users\User\Desktop\ppt-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2150" y="1051560"/>
            <a:ext cx="8640001" cy="57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四、紅線 vs. 綠線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🔴 紅線｜應申報／通關諮詢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有應申報物品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超過免稅限量或額度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攜帶管制、限制輸入物品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有疑問時可主動詢問海關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🟢 綠線｜免申報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沒有應申報事項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可免填申報單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但不代表一定不會被查驗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Microsoft JhengHei"/>
              </a:defRPr>
            </a:pPr>
            <a:r>
              <a:t>資料來源：財政部關務署及所屬關務機關旅客通關資訊（2026）</a:t>
            </a:r>
          </a:p>
        </p:txBody>
      </p:sp>
      <p:pic>
        <p:nvPicPr>
          <p:cNvPr id="3074" name="Picture 2" descr="C:\Users\User\Desktop\04-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8104" y="1366935"/>
            <a:ext cx="8202613" cy="4200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五、哪些情況需要申報？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酒類超過 1.5 公升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捲菸超過 200 支／雪茄超過 25 支／菸絲超過 1 磅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自用及家用行李物品總值超過新臺幣 3 萬 5 千元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新臺幣超過 10 萬元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外幣現金超過等值美金 1 萬元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黃金價值超過等值美金 2 萬元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水果、種子、活植物及其產品等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其他管制、限制輸入或依法應申報物品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Microsoft JhengHei"/>
              </a:defRPr>
            </a:pPr>
            <a:r>
              <a:t>資料來源：財政部關務署及所屬關務機關旅客通關資訊（2026）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六、免稅規定：3萬5千元不是「什麼都能帶」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一般自用及家用行李物品：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→ 符合規定者，總值 35,000 元以下可享免稅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但以下另有規定：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菸酒有專屬數量限制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動植物及其產品可能涉及檢疫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• 管制／限制輸入物品不因價格低而自動合法</a:t>
            </a:r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1700">
                <a:latin typeface="Microsoft JhengHei"/>
              </a:defRPr>
            </a:pPr>
            <a:r>
              <a:t>重點：『免稅』≠『可以自由攜帶』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Microsoft JhengHei"/>
              </a:defRPr>
            </a:pPr>
            <a:r>
              <a:t>資料來源：財政部關務署及所屬關務機關旅客通關資訊（2026）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七、常見違規情形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❶ 不清楚規定，誤走綠線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❷ 菸酒超過免稅數量卻未申報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❸ 攜帶肉製品、水果等受限制物品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❹ 購物總值超過免稅額卻未申報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❺ 攜帶大量現金卻未辦理申報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共同問題：『不知道』不一定能免除違規責任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Microsoft JhengHei"/>
              </a:defRPr>
            </a:pPr>
            <a:r>
              <a:t>資料來源：財政部關務署及所屬關務機關旅客通關資訊（2026）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八、現行制度的主要問題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問題一｜規定多、資訊複雜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問題二｜旅客容易誤解紅綠線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問題三｜海關、檢疫等資訊分散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問題四｜旅客量增加時，通關效率與查驗需求可能衝突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核心課題：如何在「便利」與「安全」之間取得平衡？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九、因應方案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① 加強旅客通關資訊宣導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② 建立整合性的旅客通關資訊平台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③ 利用 AI、大數據進行風險分析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④ 持續推動自動化、智慧化通關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⑤ 強化紅線的諮詢功能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⑥ 依風險程度配置查驗人力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十、未來：從「人工查驗」走向「智慧風險管理」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傳統模式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大量人工查驗 → 人力需求高 → 旅客等待時間較長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智慧模式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資料分析 → 風險分級 → 低風險快速通關 → 高風險加強查驗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目標：提高效率，同時維持邊境安全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十一、結論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旅客通關是國家邊境管理的重要環節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紅綠線制度讓旅客依申報需求選擇通關方式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免稅額度與禁止／限制輸入規定必須分開理解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科技與風險管理可提升通關效率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t>• 未來應朝「安全、快速、便利、智慧化」發展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Microsoft JhengHei"/>
              </a:defRPr>
            </a:pPr>
            <a:r>
              <a:t>資料來源：財政部關務署及所屬關務機關旅客通關資訊（2026）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十二、參考資料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498079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dirty="0"/>
              <a:t>• 財政部關務署：何謂入境旅客紅綠線通關？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r>
              <a:rPr dirty="0"/>
              <a:t>• 財政部關務署臺北關：入境旅客通關須知</a:t>
            </a:r>
          </a:p>
          <a:p>
            <a:pPr>
              <a:spcAft>
                <a:spcPts val="800"/>
              </a:spcAft>
              <a:defRPr sz="2000">
                <a:latin typeface="Microsoft JhengHe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339</Words>
  <Application>Microsoft Macintosh PowerPoint</Application>
  <PresentationFormat>自訂</PresentationFormat>
  <Paragraphs>103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Theme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dc:description>generated using python-pptx</dc:description>
  <cp:lastModifiedBy>User</cp:lastModifiedBy>
  <cp:revision>10</cp:revision>
  <dcterms:created xsi:type="dcterms:W3CDTF">2013-01-27T09:14:16Z</dcterms:created>
  <dcterms:modified xsi:type="dcterms:W3CDTF">2026-09-02T05:21:02Z</dcterms:modified>
</cp:coreProperties>
</file>